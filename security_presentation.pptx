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91439"/>
            <a:ext cx="2011680" cy="2011680"/>
          </a:xfrm>
          <a:prstGeom prst="ellipse">
            <a:avLst/>
          </a:prstGeom>
          <a:noFill/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4343400"/>
            <a:ext cx="1371600" cy="1371600"/>
          </a:xfrm>
          <a:prstGeom prst="ellipse">
            <a:avLst/>
          </a:prstGeom>
          <a:noFill/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39" y="5760720"/>
            <a:ext cx="914400" cy="914400"/>
          </a:xfrm>
          <a:prstGeom prst="ellipse">
            <a:avLst/>
          </a:prstGeom>
          <a:noFill/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🔐  AI 기반 보안 위협 탐지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0F9FC"/>
                </a:solidFill>
                <a:latin typeface="Calibri"/>
              </a:rPr>
              <a:t>실시간 허니팟 수집  ·  지능형 룰 탐지  ·  Claude AI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4572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윤세빈 · 이동규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2026. 05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389120"/>
            <a:ext cx="1234440" cy="1463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48056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2578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수집·전송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4389120"/>
            <a:ext cx="1234440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448056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52578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탐지·엔진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0" y="4389120"/>
            <a:ext cx="123444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448056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52578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AI·프론트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9FC"/>
                </a:solidFill>
                <a:latin typeface="Calibri"/>
              </a:rPr>
              <a:t>What is this system?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기반 보안 위협 탐지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무엇을 만들었나?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허니팟(Honeypot)에 공격자가 접근하면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실시간으로 이벤트를 수집·탐지하고,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Claude AI가 위협을 분석하여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대시보드 &amp; Discord로 즉시 알림을 보내는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통합 보안 위협 탐지 플랫폼입니다.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20"/>
            <a:ext cx="1645920" cy="1280160"/>
          </a:xfrm>
          <a:prstGeom prst="rect">
            <a:avLst/>
          </a:prstGeom>
          <a:solidFill>
            <a:srgbClr val="E0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8090"/>
                </a:solidFill>
                <a:latin typeface="Calibri"/>
              </a:rPr>
              <a:t>실시간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64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이벤트 스트리밍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160520"/>
            <a:ext cx="1645920" cy="1280160"/>
          </a:xfrm>
          <a:prstGeom prst="rect">
            <a:avLst/>
          </a:prstGeom>
          <a:solidFill>
            <a:srgbClr val="E0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42519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8090"/>
                </a:solidFill>
                <a:latin typeface="Calibri"/>
              </a:rPr>
              <a:t>2단계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864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AI 알림 체계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160520"/>
            <a:ext cx="1645920" cy="1280160"/>
          </a:xfrm>
          <a:prstGeom prst="rect">
            <a:avLst/>
          </a:prstGeom>
          <a:solidFill>
            <a:srgbClr val="E0F9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42519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8090"/>
                </a:solidFill>
                <a:latin typeface="Calibri"/>
              </a:rPr>
              <a:t>MITRE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864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ATT&amp;CK 매핑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시스템 흐름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737360"/>
            <a:ext cx="54864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755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1737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수집·전송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029967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허니팟 이벤트 → Redis Stream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2331720"/>
            <a:ext cx="91440" cy="640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78892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154680"/>
            <a:ext cx="54864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172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154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탐지·엔진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4472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룰 매칭 → MITRE 분류 → DB 저장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749040"/>
            <a:ext cx="91440" cy="640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42062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572000"/>
            <a:ext cx="5486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5902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572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AI·프론트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864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Claude 분석 → 대시보드 &amp; 알림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A파트 — 수집·전송 레이어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9FC"/>
                </a:solidFill>
                <a:latin typeface="Calibri"/>
              </a:rPr>
              <a:t>Data Collection &amp; Transmission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기반 보안 위협 탐지 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143000"/>
            <a:ext cx="19202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1612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👤 윤세빈 담당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허니팟에서 발생하는 모든 이벤트를 수집하여
Redis Stream으로 실시간 전송합니다.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🐍 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이벤트 수집 에이전트 구현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103120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libri"/>
              </a:rPr>
              <a:t>🐳 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컨테이너 기반 배포 &amp; 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39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11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  <a:latin typeface="Calibri"/>
              </a:rPr>
              <a:t>⚡  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507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XADD / Stream 실시간 전송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520439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79" y="3611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🔑  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40507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인증 토큰 기반 보안 통신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03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데이터 흐름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606040"/>
            <a:ext cx="4114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6243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허니팟 공격자 접근 감지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319272"/>
            <a:ext cx="4114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33649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Python 에이전트가 이벤트 캡처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032504"/>
            <a:ext cx="4114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050791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0782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JWT로 인증된 요청 생성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745736"/>
            <a:ext cx="4114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764023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479145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Redis XADD → Stream 적재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5486400"/>
            <a:ext cx="5212080" cy="594360"/>
          </a:xfrm>
          <a:prstGeom prst="rect">
            <a:avLst/>
          </a:prstGeom>
          <a:solidFill>
            <a:srgbClr val="E0F9FC"/>
          </a:solidFill>
          <a:ln w="1524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532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4F6C"/>
                </a:solidFill>
                <a:latin typeface="Calibri"/>
              </a:rPr>
              <a:t>🏁  A파트 경계: Redis XADD 까지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86400"/>
            <a:ext cx="22860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504688"/>
            <a:ext cx="2286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✅ Docker Compose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B파트 — 탐지·분석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9FC"/>
                </a:solidFill>
                <a:latin typeface="Calibri"/>
              </a:rPr>
              <a:t>Detection &amp; Rule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기반 보안 위협 탐지 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143000"/>
            <a:ext cx="1920240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1612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👤 이동규 담당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Redis Stream에서 이벤트를 소비하여
MITRE ATT&amp;CK 기반 룰 엔진으로 위협을 탐지·분류합니다.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  <a:latin typeface="Calibri"/>
              </a:rPr>
              <a:t>⚙️  Rule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커스텀 룰 기반 위협 분류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103120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Calibri"/>
              </a:rPr>
              <a:t>🗂️  MITRE ATT&amp;CK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전술·기법 표준 프레임워크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39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11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⚡  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507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Stream Consumer 이벤트 소비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520439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B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79" y="3611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4F6C"/>
                </a:solidFill>
                <a:latin typeface="Calibri"/>
              </a:rPr>
              <a:t>🐘 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40507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탐지 결과 영구 저장 &amp; 조회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03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탐지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606040"/>
            <a:ext cx="64008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624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Redis Consumer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8620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이벤트 스트림 구독 &amp; 소비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319272"/>
            <a:ext cx="64008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3337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Rule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5753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공격 패턴 룰 매칭 수행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032504"/>
            <a:ext cx="64008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40507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MITRE 분류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428853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ATT&amp;CK 전술/기법 태깅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745736"/>
            <a:ext cx="64008" cy="4572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476402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4F6C"/>
                </a:solidFill>
                <a:latin typeface="Calibri"/>
              </a:rPr>
              <a:t>DB 저장 &amp; 트리거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50017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PostgreSQL 저장 → 알림 발송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5486400"/>
            <a:ext cx="5212080" cy="594360"/>
          </a:xfrm>
          <a:prstGeom prst="rect">
            <a:avLst/>
          </a:prstGeom>
          <a:solidFill>
            <a:srgbClr val="FFF7ED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532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🏁  B파트 경계: DB 저장 + 트리거 발송까지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C파트 — AI 분석 &amp; 프론트엔드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9FC"/>
                </a:solidFill>
                <a:latin typeface="Calibri"/>
              </a:rPr>
              <a:t>AI Analysis &amp; 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기반 보안 위협 탐지 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143000"/>
            <a:ext cx="19202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1612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👤 윤세빈 담당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탐지된 위협을 Claude AI가 분석하고
대시보드·Discord로 즉시 알림을 제공합니다.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47FF"/>
                </a:solidFill>
                <a:latin typeface="Calibri"/>
              </a:rPr>
              <a:t>🤖  Claude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LLM 기반 위협 자동 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103120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58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65F2"/>
                </a:solidFill>
                <a:latin typeface="Calibri"/>
              </a:rPr>
              <a:t>💬  Discord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633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2단계 알림 (즉시 + LLM 완료)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39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11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🌐  Web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507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실시간 대시보드 (SSE 스트리밍)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520439"/>
            <a:ext cx="27432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B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79" y="3611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4F6C"/>
                </a:solidFill>
                <a:latin typeface="Calibri"/>
              </a:rPr>
              <a:t>🔒 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79" y="40507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역할 기반 접근 제어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03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주요 구현 파일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606040"/>
            <a:ext cx="6400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6060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onsolas"/>
              </a:rPr>
              <a:t>discord.py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8437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1차/2차 알림 분리 + Debounce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182112"/>
            <a:ext cx="64008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1821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onsolas"/>
              </a:rPr>
              <a:t>/api/events/stream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4198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SSE 실시간 이벤트 엔드포인트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758184"/>
            <a:ext cx="64008" cy="384048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7581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47FF"/>
                </a:solidFill>
                <a:latin typeface="Consolas"/>
              </a:rPr>
              <a:t>Dashboard.tsx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995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허니팟 방문자 카드 + LLM 배지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334256"/>
            <a:ext cx="64008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3342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onsolas"/>
              </a:rPr>
              <a:t>SettingsPage.tsx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572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IP Policy Manager + Auto-Response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910328"/>
            <a:ext cx="6400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9103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onsolas"/>
              </a:rPr>
              <a:t>Incident 상세 페이지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1480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LLM 3줄 요약 + Evidence Timeline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5486400"/>
            <a:ext cx="5212080" cy="594360"/>
          </a:xfrm>
          <a:prstGeom prst="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5532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🏁  C파트 경계: DB 저장 트리거 이후 전부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핵심 기능 하이라이트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9FC"/>
                </a:solidFill>
                <a:latin typeface="Calibr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기반 보안 위협 탐지 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07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⚡  실시간 스트리밍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SSE(Server-Sent Events)로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브라우저에 이벤트 즉시 전달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새로고침 없이 자동 업데이트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4864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075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🤖  2단계 AI 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1단계: 탐지 즉시 Discord 발송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2단계: LLM 분석 완료 후 추가 발송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Debounce로 알림 폭주 방지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0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13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🗂️  MITRE 위협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ATT&amp;CK 프레임워크 기반 분류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전술(Tactic)·기법(Technique) 태깅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표준화된 위협 인텔리전스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486400" cy="502920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13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🔒  IP 정책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IP별 허용/차단 정책 설정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Auto-Response 자동 대응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RBAC 역할 기반 권한 제어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데모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9FC"/>
                </a:solidFill>
                <a:latin typeface="Calibri"/>
              </a:rPr>
              <a:t>Live Demo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기반 보안 위협 탐지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공격자가 허니팟에 접근하는 순간부터 AI 분석 알림까지 — 전 과정을 실시간으로 확인합니다.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68580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10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허니팟 접근 시뮬레이션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305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공격자 IP로 허니팟 SSH/웹 포트에 접근 시도
→ Python 에이전트가 이벤트를 즉시 포착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96312"/>
            <a:ext cx="112471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79191"/>
            <a:ext cx="685800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24911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0662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실시간 대시보드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026663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Dashboard에 파란 카드로 방문자 표시
→ LLM 배지가 Gray → Orange → Green 순으로 업데이트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92424"/>
            <a:ext cx="112471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685800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2102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027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Discord 1차 알림 수신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92277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탐지 즉시 Discord로 1차 알림 발송
→ IP, 포트, 공격 유형 등 기본 정보 포함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88536"/>
            <a:ext cx="112471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71416"/>
            <a:ext cx="685800" cy="658368"/>
          </a:xfrm>
          <a:prstGeom prst="rect">
            <a:avLst/>
          </a:prstGeom>
          <a:solidFill>
            <a:srgbClr val="5B4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1713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98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Claude AI 분석 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8188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LLM이 위협 수준 분석 → 3줄 요약 생성
→ Discord 2차 알림 + Incident 상세 페이지 업데이트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84648"/>
            <a:ext cx="112471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367528"/>
            <a:ext cx="68580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1324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IP 정책 설정 데모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7150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Settings에서 공격 IP 차단 정책 적용
→ Auto-Response 활성화 → 이후 접근 자동 차단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역할 분담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9FC"/>
                </a:solidFill>
                <a:latin typeface="Calibri"/>
              </a:rPr>
              <a:t>Team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기반 보안 위협 탐지 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94960" cy="5166360"/>
          </a:xfrm>
          <a:prstGeom prst="rect">
            <a:avLst/>
          </a:prstGeom>
          <a:solidFill>
            <a:srgbClr val="E0F9FC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39496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👤  윤세빈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5074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4F6C"/>
                </a:solidFill>
                <a:latin typeface="Calibri"/>
              </a:rPr>
              <a:t>A파트 — 수집·전송 레이어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Python 이벤트 에이전트 구현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Docker / Redis / JWT 설정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0B4F6C"/>
                </a:solidFill>
                <a:latin typeface="Calibri"/>
              </a:rPr>
              <a:t>C파트 — 프론트엔드 &amp; 알림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discord.py  1차·2차 알림 분리 + Debounce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SSE 엔드포인트  /api/events/stream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Dashboard.tsx  방문자 카드 + LLM 배지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SettingsPage.tsx  IP Policy + Auto-Response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Incident 상세 페이지  (LLM 요약 + Timeline)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43000"/>
            <a:ext cx="5394960" cy="516636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143000"/>
            <a:ext cx="5394960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188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👤  이동규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19"/>
            <a:ext cx="5074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783500"/>
                </a:solidFill>
                <a:latin typeface="Calibri"/>
              </a:rPr>
              <a:t>B파트 — 탐지·분석 엔진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Rule Engine 설계 및 구현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MITRE ATT&amp;CK 분류 체계 적용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Redis Stream Consumer 구현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PostgreSQL 스키마 설계 &amp; 저장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탐지 이벤트 트리거 발송 구현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783500"/>
                </a:solidFill>
                <a:latin typeface="Calibri"/>
              </a:rPr>
              <a:t>기타 백엔드 공통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API 서버 공통 미들웨어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인증·인가 공통 모듈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743200"/>
            <a:ext cx="457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32461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